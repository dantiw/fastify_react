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1596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  <a:latin typeface="Calibri"/>
              </a:defRPr>
            </a:pPr>
            <a:r>
              <a:t>TYPESCRIPT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User Management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7D3DE"/>
                </a:solidFill>
                <a:latin typeface="Calibri"/>
              </a:defRPr>
            </a:pPr>
            <a:r>
              <a:t>Login  ·  User Management  ·  DB Persistence</a:t>
            </a:r>
            <a:br/>
            <a:r>
              <a:t>React  +  Node.js (Fastify)  +  PostgreSQL  — 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You Gave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" cy="12344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1">
                <a:solidFill>
                  <a:srgbClr val="1F2937"/>
                </a:solidFill>
                <a:latin typeface="Calibri"/>
              </a:defRPr>
            </a:pPr>
            <a:r>
              <a:t>“TypeScript exercise: Login + User management + DB persistence (React frontend, NodeJS backend, Postgres) using Docker Compose.”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12B42"/>
                </a:solidFill>
                <a:latin typeface="Calibri"/>
              </a:defRPr>
            </a:pPr>
            <a:r>
              <a:t>How I read 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Full-stack TypeScript — a real client + server, not a script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Authentication is a first-class requirement, not a stub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“User management” implies full CRUD, not just a read-only list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“DB persistence” means a real relational database, not in-memory state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Everything must run via Docker Compose — one command, no manual setup steps</a:t>
            </a:r>
          </a:p>
          <a:p>
            <a:pPr>
              <a:spcAft>
                <a:spcPts val="1200"/>
              </a:spcAft>
              <a:defRPr sz="1700" b="0">
                <a:solidFill>
                  <a:srgbClr val="1F2937"/>
                </a:solidFill>
                <a:latin typeface="Calibri"/>
              </a:defRPr>
            </a:pPr>
            <a:r>
              <a:t>•  Deliberately open-ended: framework choice, auth mechanism, schema design, and RBAC were left to me — and are exactly what I need to be ready to defend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12B42"/>
                </a:solidFill>
                <a:latin typeface="Calibri"/>
              </a:defRPr>
            </a:pPr>
            <a:r>
              <a:t>A full-stack TypeScript user-management app with real session security and RBAC — one docker compose up to run it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Auth: email + password login, argon2-hashed passwords, short-lived JWT access token, rotating DB-stored refresh tokens with reuse detection</a:t>
            </a:r>
          </a:p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User management: list with search + pagination, create, edit, delete</a:t>
            </a:r>
          </a:p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RBAC: any logged-in user can browse; only ADMIN can create / edit / delete</a:t>
            </a:r>
          </a:p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Validated end-to-end with Zod — one schema idea shared by client and server</a:t>
            </a:r>
          </a:p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OpenAPI 3.0 docs auto-generated from the same route schemas, served at /docs</a:t>
            </a:r>
          </a:p>
          <a:p>
            <a:pPr>
              <a:spcAft>
                <a:spcPts val="1400"/>
              </a:spcAft>
              <a:defRPr sz="1800" b="0">
                <a:solidFill>
                  <a:srgbClr val="1F2937"/>
                </a:solidFill>
                <a:latin typeface="Calibri"/>
              </a:defRPr>
            </a:pPr>
            <a:r>
              <a:t>•  Fully containerized: React + Fastify + Postgres, all wired by a single docker-compose.yml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3977639"/>
          </a:xfrm>
          <a:prstGeom prst="roundRect">
            <a:avLst/>
          </a:prstGeom>
          <a:noFill/>
          <a:ln w="15875">
            <a:solidFill>
              <a:srgbClr val="6B748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1">
                <a:solidFill>
                  <a:srgbClr val="6B7480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246120" cy="2651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48840"/>
            <a:ext cx="3429000" cy="2651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3063240" cy="26517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11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  <a:latin typeface="Calibri"/>
              </a:defRPr>
            </a:pPr>
            <a:r>
              <a:t>React SPA  (:8080)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Vite + Tailwind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React Hook Form + Zod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fetch client with automatic token refresh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Access token kept in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D9488"/>
                </a:solidFill>
                <a:latin typeface="Calibri"/>
              </a:defRPr>
            </a:pPr>
            <a:r>
              <a:t>Fastify API  (:3000)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routes → services → Prisma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JWT auth + RBAC middleware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Zod request/response validation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OpenAPI docs at 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12B42"/>
                </a:solidFill>
                <a:latin typeface="Calibri"/>
              </a:defRPr>
            </a:pPr>
            <a:r>
              <a:t>PostgreSQL  (:5433)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974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users table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refresh_tokens table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Prisma migrations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seeded demo accounts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246120"/>
            <a:ext cx="320040" cy="457200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3246120"/>
            <a:ext cx="457200" cy="45720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B7480"/>
                </a:solidFill>
                <a:latin typeface="Calibri"/>
              </a:defRPr>
            </a:pPr>
            <a:r>
              <a:t>HTTP /api/*</a:t>
            </a:r>
            <a:br/>
            <a:r>
              <a:t>JSON + JWT bearer</a:t>
            </a:r>
            <a:br/>
            <a:r>
              <a:t>+ httpOnly cookie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776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B7480"/>
                </a:solidFill>
                <a:latin typeface="Calibri"/>
              </a:defRPr>
            </a:pPr>
            <a:r>
              <a:t>Prisma Client</a:t>
            </a:r>
            <a:br/>
            <a:r>
              <a:t>(SQL)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112B42"/>
                </a:solidFill>
                <a:latin typeface="Calibri"/>
              </a:defRPr>
            </a:pPr>
            <a:r>
              <a:t>docker compose up --build  →  frontend :8080  ·  backend API + Swagger UI :3000/docs  ·  db :5433→5432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 Stack — and Why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743200"/>
                <a:gridCol w="6675120"/>
              </a:tblGrid>
              <a:tr h="48920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marT="50800" marB="50800" marL="101600" marR="101600" anchor="ctr">
                    <a:solidFill>
                      <a:srgbClr val="11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 marT="50800" marB="50800" marL="101600" marR="101600" anchor="ctr">
                    <a:solidFill>
                      <a:srgbClr val="11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marT="50800" marB="50800" marL="101600" marR="101600" anchor="ctr">
                    <a:solidFill>
                      <a:srgbClr val="112B42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Tooling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Bun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One fast tool for installs + running TypeScript directly, no separate build step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React + TypeScript + Vite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Fast dev server, standard, well-understood SPA tooling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Styling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Responsive UI without pulling in a heavy component library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Forms / validation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React Hook Form + Zod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Minimal re-renders; one schema both validates and types the form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Auth state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useSyncExternalStore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React's built-in external-store API — no Context provider, no state library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Fastify + TypeScript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Lightweight, schema-first — the same schemas generate OpenAPI docs for free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ORM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Type-safe queries plus first-class, versioned migrations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Relational data with real constraints and indexes</a:t>
                      </a:r>
                    </a:p>
                  </a:txBody>
                  <a:tcPr marT="50800" marB="50800" marL="101600" marR="101600" anchor="ctr">
                    <a:solidFill>
                      <a:srgbClr val="F3F6F8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Auth tokens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JWT (access) + rotating refresh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Short-lived access tokens limit blast radius; revocable refresh tokens add real session control</a:t>
                      </a:r>
                    </a:p>
                  </a:txBody>
                  <a:tcPr marT="50800" marB="508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UI and Backend: How They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Every request: route (HTTP + Zod schema) → service (business logic) → Prisma (DB)</a:t>
            </a:r>
          </a:p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One Zod schema per endpoint both validates the payload and generates its OpenAPI docs</a:t>
            </a:r>
          </a:p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Access token: short-lived JWT, sent as a Bearer header, held in memory on the client — never in localStorage (XSS-safe)</a:t>
            </a:r>
          </a:p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Refresh token: opaque, rotating, stored hashed in the DB; delivered as an httpOnly, sameSite cookie scoped to /api/auth</a:t>
            </a:r>
          </a:p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Frontend fetch client catches a 401, calls /auth/refresh automatically, then retries the original request</a:t>
            </a:r>
          </a:p>
          <a:p>
            <a:pPr>
              <a:spcAft>
                <a:spcPts val="1000"/>
              </a:spcAft>
              <a:defRPr sz="1550" b="0">
                <a:solidFill>
                  <a:srgbClr val="1F2937"/>
                </a:solidFill>
                <a:latin typeface="Calibri"/>
              </a:defRPr>
            </a:pPr>
            <a:r>
              <a:t>•  CORS: a specific origin with credentials: true — required because the refresh flow relies on a cookie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5780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5367528"/>
            <a:ext cx="2276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12B42"/>
                </a:solidFill>
                <a:latin typeface="Calibri"/>
              </a:defRPr>
            </a:pPr>
            <a:r>
              <a:t>POST /auth/login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5646420"/>
            <a:ext cx="329184" cy="27432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5848" y="525780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5367528"/>
            <a:ext cx="2276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12B42"/>
                </a:solidFill>
                <a:latin typeface="Calibri"/>
              </a:defRPr>
            </a:pPr>
            <a:r>
              <a:t>Access token (body)</a:t>
            </a:r>
            <a:br/>
            <a:r>
              <a:t>+ refresh cookie (httpOnly)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5646420"/>
            <a:ext cx="329184" cy="27432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5" y="525780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5367528"/>
            <a:ext cx="2276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12B42"/>
                </a:solidFill>
                <a:latin typeface="Calibri"/>
              </a:defRPr>
            </a:pPr>
            <a:r>
              <a:t>Access token expires</a:t>
            </a:r>
            <a:br/>
            <a:r>
              <a:t>→ 401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13647" y="5646420"/>
            <a:ext cx="329184" cy="27432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70263" y="525780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5" y="5367528"/>
            <a:ext cx="2276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12B42"/>
                </a:solidFill>
                <a:latin typeface="Calibri"/>
              </a:defRPr>
            </a:pPr>
            <a:r>
              <a:t>POST /auth/refresh</a:t>
            </a:r>
            <a:br/>
            <a:r>
              <a:t>rotate &amp; retry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— PostgreSQL via Prisma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709160" cy="30632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11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4709160" cy="502920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179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id — uuid, primary key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email — unique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password_hash — argon2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first_name, last_name, phone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role — enum: ADMIN | USER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is_active — boolean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created_at, updated_at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refreshTokens — RefreshToken[]  (relation)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417320"/>
            <a:ext cx="4709160" cy="30632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417320"/>
            <a:ext cx="4709160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5179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refresh_tokens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5740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id — uuid, primary key</a:t>
            </a:r>
          </a:p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token_hash — unique, hashed (never the raw token)</a:t>
            </a:r>
          </a:p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user_id — FK → users.id</a:t>
            </a:r>
          </a:p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expires_at</a:t>
            </a:r>
          </a:p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revoked_at — nullable</a:t>
            </a:r>
          </a:p>
          <a:p>
            <a:pPr>
              <a:spcAft>
                <a:spcPts val="5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 created_at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94960" y="2788920"/>
            <a:ext cx="1417320" cy="320040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127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B7480"/>
                </a:solidFill>
                <a:latin typeface="Calibri"/>
              </a:defRPr>
            </a:pPr>
            <a:r>
              <a:t>1 : N, ON DELETE CASCADE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 Schema history is versioned via Prisma migrations (prisma/migrations/)</a:t>
            </a:r>
          </a:p>
          <a:p>
            <a:pPr>
              <a:spcAft>
                <a:spcPts val="7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 Indexes on users(createdAt) and refresh_tokens(userId) support listing and lookup</a:t>
            </a:r>
          </a:p>
          <a:p>
            <a:pPr>
              <a:spcAft>
                <a:spcPts val="7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 Passwords are never stored or returned in plaintext; refresh tokens are stored as a hash, not the raw value</a:t>
            </a:r>
          </a:p>
          <a:p>
            <a:pPr>
              <a:spcAft>
                <a:spcPts val="7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 A seed script creates one admin + three demo users on first boot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Screens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12B42"/>
                </a:solidFill>
                <a:latin typeface="Calibri"/>
              </a:defRPr>
            </a:pPr>
            <a: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Login — email + password, inline validation, a generic error message (no user-enumeration)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Users — searchable, paginated table; ADMIN sees Create / Edit / Delete, everyone else browses read-only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Create / Edit User — a modal form (React Hook Form + Zod) with role and active-status controls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Toasts + a confirm dialog for destructive actions, replacing window.alert / window.confirm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12B42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Email/password auth with rotating, revocable refresh tokens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Role-based access control (ADMIN vs USER)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Full user CRUD with search + pagination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End-to-end Zod validation on client and server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Interactive OpenAPI contract at /docs</a:t>
            </a:r>
          </a:p>
          <a:p>
            <a:pPr>
              <a:spcAft>
                <a:spcPts val="1200"/>
              </a:spcAft>
              <a:defRPr sz="1500" b="0">
                <a:solidFill>
                  <a:srgbClr val="1F2937"/>
                </a:solidFill>
                <a:latin typeface="Calibri"/>
              </a:defRPr>
            </a:pPr>
            <a:r>
              <a:t>•  One-command Docker Compose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Scope, Assumptions &amp;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82296" cy="21488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Auth (login, RBAC), full user CRUD, end-to-end validation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OpenAPI docs, Prisma migrations + seed data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Single-command Docker Compose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371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C26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1371600"/>
            <a:ext cx="82296" cy="2148840"/>
          </a:xfrm>
          <a:prstGeom prst="rect">
            <a:avLst/>
          </a:prstGeom>
          <a:solidFill>
            <a:srgbClr val="C2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444752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2662D"/>
                </a:solidFill>
                <a:latin typeface="Calibri"/>
              </a:defRPr>
            </a:pPr>
            <a:r>
              <a:t>Out of Scope (by design)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810512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Event streaming (Kafka) between services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Automated tests, CI/CD, Kubernetes manifests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Metrics/tracing, login rate-limiting, expired-token cleanup 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76472"/>
            <a:ext cx="82296" cy="2148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9624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3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One bounded domain — a monolith fits better than microservices here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Dev-grade secrets/config are acceptable for a take-home (not production)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Bun is an acceptable runtime/tooling choice, not a hard requirement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77647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11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3776472"/>
            <a:ext cx="82296" cy="2148840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849624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12B42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215383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Time-boxed take-home — drove the monolith-over-microservices call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Bun skips install scripts by default — argon2/Prisma needed trustedDependencies</a:t>
            </a:r>
          </a:p>
          <a:p>
            <a:pPr>
              <a:spcAft>
                <a:spcPts val="3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 No automated test coverage yet — a known, deliberate gap, not an oversight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 Learnt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Schema-first backend design: one Zod schema drives validation, TypeScript types, and OpenAPI docs at once</a:t>
            </a:r>
          </a:p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Real session security: rotating refresh tokens with reuse detection are meaningfully different from “a JWT in localStorage”</a:t>
            </a:r>
          </a:p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useSyncExternalStore as a lightweight alternative to Context/Redux for small pieces of shared client state</a:t>
            </a:r>
          </a:p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Debugging discipline: traced a browser-only 500 to two compounding bugs — the client sent Content-Type on a bodyless DELETE, and the server's error handler mislabelled the resulting 400 as a 500 — found by reading server logs, not just the network tab</a:t>
            </a:r>
          </a:p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Tooling quirks matter: Bun skips install scripts by default, so native/postinstall packages (argon2, Prisma) need trustedDependencies</a:t>
            </a:r>
          </a:p>
          <a:p>
            <a:pPr>
              <a:spcAft>
                <a:spcPts val="1400"/>
              </a:spcAft>
              <a:defRPr sz="1650" b="0">
                <a:solidFill>
                  <a:srgbClr val="1F2937"/>
                </a:solidFill>
                <a:latin typeface="Calibri"/>
              </a:defRPr>
            </a:pPr>
            <a:r>
              <a:t>•  Judgment over ambition: matching architecture to the size of the problem — resisting the urge to bolt Kafka/Kubernetes/microservices onto a single-domain take-home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